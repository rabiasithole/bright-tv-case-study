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64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2B7D-29FF-1ED7-C348-8C287109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B8958-F0A4-3157-A557-F7BB9DD55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7F7BA-804E-D3DC-439B-D6AB5512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1487-84C9-EC38-E062-CF694B0B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4FEC-B04F-2B4B-B8F7-E4F209CC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407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06EE-BD1A-E9DC-61B9-681B1F08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6A1C0-197E-7CC3-69E5-98D53DDF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9532-2865-26CA-5EED-8FEF7872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2DA2-C43E-4453-ADBD-F5EA0749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09804-C336-4DCD-E16F-5B3BF462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392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0CA3-8D65-47B9-B9F2-ED672A52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10990-816A-AAFC-0E03-861483CF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2A6BE-BAF3-7070-2E79-EC0A2A19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7F6FB-003A-293E-B444-0551F5CB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5B2C3-7B9D-1A0D-80D2-ABC2E792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361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A4FF-18EA-275F-6D8E-5BAF06D5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2BED4-236F-5398-D563-59D98A298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0C746-158C-8347-895F-74A7D879E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C85D-A0CD-9FAF-E329-181D7A3B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4500-104A-7419-C671-387B7E18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FD9E4-27D7-B9E2-1BA1-7D766CF2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862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899D-CF80-2ACD-FA16-4E0852F5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51DDC-E86A-85EB-8A0D-B6EDD0490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A76DB-D19D-E7BC-D43E-29FDEEFFE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73CE6-3CA7-E08F-9647-4A6147860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6276C-56C7-B652-6659-1CF940AC3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17169-DE67-3F27-BFEE-5BDFC422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53223-11CE-2A6F-35D3-4A45488A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76BCE-4568-7C1D-ECFA-B1F4CD33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14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A84B-78CF-C24A-5BBB-E3DC48CA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C2A2E-6317-D788-34A3-33377489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2052B-2D82-D375-C048-0D948E75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8B5EE-8735-F812-7E4B-433F36C2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627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8A5A6-44F2-291C-9CED-DDBCD873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039DD-3D34-1906-D7A8-7FA864F1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E0259-C3CB-7A41-9DA2-7666113F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583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6D13-AD0E-9F0D-C2A9-88E04C3F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CF7C3-3065-069C-DA39-B8BB85014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BC4C4-FA77-BACD-9D4B-34EDC9AAC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128D9-88C3-ECFA-0993-4EF73928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394A2-F2B4-B220-8CBD-11941471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A9F4E-467C-C5FF-4FF5-4264D645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876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9377-9725-EE01-D73E-8941E3D1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CEC2F-534B-ADE5-83D6-032F233F2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F99BA-2302-DADC-05AF-AE42CB17F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4DBF0-A9FE-A663-84D4-9BA562DE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115C3-310C-E284-D345-167B4FFB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0E2D4-CB95-46BE-C5F1-05F9A188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318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571B-F202-3BB2-0605-12CEB98C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8EBDF-ED7D-0448-22C2-F049868AC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134BD-AFEE-B5BB-61D2-7926F7E3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1A2B-B7A0-34F9-F6A0-6DE1DD66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1674E-4ED8-9C21-6EA9-58D556FA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766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8C0D1-39CF-E05A-2F61-47725C6C4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6C2C7-B2D5-4F08-5299-D1E26C12A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F166-CF13-B8FE-5A65-C7B9DDD7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7762A-8631-5979-8C3E-441A96C9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008D3-7876-2D2A-5409-68EB2565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749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35F0C-E863-ECA5-2CEF-97E1CB55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EF0D8-114E-C2A6-304B-F416EF67E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C344-05AF-FFE4-6B83-24AF4F5DD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13BFB-9430-4E7D-9DAA-3F4D22A3A300}" type="datetimeFigureOut">
              <a:rPr lang="en-ZA" smtClean="0"/>
              <a:t>25/07/2026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26513-47CF-32AD-B02E-89E131A1C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3FAA-F9BF-F81A-05ED-DA64D96CF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55EAA-7F76-46C0-A4B6-AA3ED71BE2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757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EC26-D3F0-1623-0695-D827D5436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BRIGHT TV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29C71-6ACD-4640-45BC-9399F622C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86" y="3509963"/>
            <a:ext cx="9144000" cy="1655762"/>
          </a:xfrm>
        </p:spPr>
        <p:txBody>
          <a:bodyPr/>
          <a:lstStyle/>
          <a:p>
            <a:r>
              <a:rPr lang="en-ZA" b="1" dirty="0"/>
              <a:t>Miro Project Planning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378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FA013-1C96-07A6-DA6F-640DE233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1" b="1440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1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401D4-B117-9749-BC8C-C32F70BFA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" b="1708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5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DB35D-C30F-62F8-C509-76EB3004B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39" b="1055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3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16CF1-EB65-291E-BFC3-3523C590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B569A-71FC-E514-5F60-769A51644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4" b="1640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5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01854-4EA1-96EA-AACE-FD15ACD8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6180E-8766-63A3-44D7-044D27DFE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43" y="0"/>
            <a:ext cx="10066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3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231D5-20A8-5889-A09F-A2373EC3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orange squares with black text&#10;&#10;AI-generated content may be incorrect.">
            <a:extLst>
              <a:ext uri="{FF2B5EF4-FFF2-40B4-BE49-F238E27FC236}">
                <a16:creationId xmlns:a16="http://schemas.microsoft.com/office/drawing/2014/main" id="{63FEA400-FF1A-CA6F-9410-4749ACE2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19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4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85949-1D68-34A6-1827-C18BE7DF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52F094-5F50-2383-0E2A-352C04DA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25" y="0"/>
            <a:ext cx="1151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3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BRIGHT TV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Woolworths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Rabia Sithole</dc:creator>
  <cp:lastModifiedBy>Rabia Sithole</cp:lastModifiedBy>
  <cp:revision>1</cp:revision>
  <dcterms:created xsi:type="dcterms:W3CDTF">2026-07-25T12:02:16Z</dcterms:created>
  <dcterms:modified xsi:type="dcterms:W3CDTF">2026-07-25T12:18:40Z</dcterms:modified>
</cp:coreProperties>
</file>